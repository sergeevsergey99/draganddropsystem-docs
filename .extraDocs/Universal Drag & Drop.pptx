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Average"/>
      <p:regular r:id="rId9"/>
    </p:embeddedFont>
    <p:embeddedFont>
      <p:font typeface="Oswal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swald-bold.fntdata"/><Relationship Id="rId10" Type="http://schemas.openxmlformats.org/officeDocument/2006/relationships/font" Target="fonts/Oswald-regular.fntdata"/><Relationship Id="rId9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4e7091c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4e7091c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6090553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6090553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rgbClr val="1C458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Universal Drag &amp; Drop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22252" y="1941489"/>
            <a:ext cx="4658100" cy="24930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00" lIns="82800" spcFirstLastPara="1" rIns="82800" wrap="square" tIns="8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91832" y="2205036"/>
            <a:ext cx="847800" cy="8478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482296" y="2205036"/>
            <a:ext cx="847800" cy="8478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2572761" y="2205036"/>
            <a:ext cx="847800" cy="8478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663225" y="2205036"/>
            <a:ext cx="847800" cy="8478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91832" y="3298326"/>
            <a:ext cx="847800" cy="8478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482296" y="3298326"/>
            <a:ext cx="847800" cy="8478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2572761" y="3298326"/>
            <a:ext cx="847800" cy="8478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663225" y="3298326"/>
            <a:ext cx="847800" cy="8478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22377" y="1257264"/>
            <a:ext cx="46581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Inventory</a:t>
            </a:r>
            <a:endParaRPr sz="24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495428" y="2455677"/>
            <a:ext cx="631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800" lIns="82800" spcFirstLastPara="1" rIns="82800" wrap="square" tIns="8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3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Slot</a:t>
            </a:r>
            <a:endParaRPr sz="163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590572" y="2469262"/>
            <a:ext cx="631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800" lIns="82800" spcFirstLastPara="1" rIns="82800" wrap="square" tIns="8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3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Slot</a:t>
            </a:r>
            <a:endParaRPr sz="163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681029" y="2455677"/>
            <a:ext cx="631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800" lIns="82800" spcFirstLastPara="1" rIns="82800" wrap="square" tIns="8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3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Slot</a:t>
            </a:r>
            <a:endParaRPr sz="163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97771" y="3555759"/>
            <a:ext cx="631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800" lIns="82800" spcFirstLastPara="1" rIns="82800" wrap="square" tIns="8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3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Slot</a:t>
            </a:r>
            <a:endParaRPr sz="163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592915" y="3569344"/>
            <a:ext cx="631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800" lIns="82800" spcFirstLastPara="1" rIns="82800" wrap="square" tIns="8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3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Slot</a:t>
            </a:r>
            <a:endParaRPr sz="163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2683372" y="3555759"/>
            <a:ext cx="631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800" lIns="82800" spcFirstLastPara="1" rIns="82800" wrap="square" tIns="8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3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Slot</a:t>
            </a:r>
            <a:endParaRPr sz="163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3771474" y="2469262"/>
            <a:ext cx="631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800" lIns="82800" spcFirstLastPara="1" rIns="82800" wrap="square" tIns="8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3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Slot</a:t>
            </a:r>
            <a:endParaRPr sz="163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5159802" y="2169564"/>
            <a:ext cx="1823425" cy="22964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5259002" y="3038576"/>
            <a:ext cx="1635876" cy="1093284"/>
          </a:xfrm>
          <a:prstGeom prst="flowChartMultidocumen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Average"/>
                <a:ea typeface="Average"/>
                <a:cs typeface="Average"/>
                <a:sym typeface="Average"/>
              </a:rPr>
              <a:t>Adapters List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84" name="Google Shape;84;p14"/>
          <p:cNvCxnSpPr>
            <a:endCxn id="82" idx="2"/>
          </p:cNvCxnSpPr>
          <p:nvPr/>
        </p:nvCxnSpPr>
        <p:spPr>
          <a:xfrm flipH="1" rot="10800000">
            <a:off x="4070202" y="3317801"/>
            <a:ext cx="1089600" cy="40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4"/>
          <p:cNvSpPr txBox="1"/>
          <p:nvPr/>
        </p:nvSpPr>
        <p:spPr>
          <a:xfrm>
            <a:off x="5519809" y="2359739"/>
            <a:ext cx="1103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Stack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7642852" y="2838064"/>
            <a:ext cx="1156086" cy="283986"/>
          </a:xfrm>
          <a:prstGeom prst="flowChartTerminator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Average"/>
                <a:ea typeface="Average"/>
                <a:cs typeface="Average"/>
                <a:sym typeface="Average"/>
              </a:rPr>
              <a:t>Data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642852" y="3281464"/>
            <a:ext cx="1156086" cy="283986"/>
          </a:xfrm>
          <a:prstGeom prst="flowChartTerminator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Average"/>
                <a:ea typeface="Average"/>
                <a:cs typeface="Average"/>
                <a:sym typeface="Average"/>
              </a:rPr>
              <a:t>Data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642852" y="3764164"/>
            <a:ext cx="1156086" cy="283986"/>
          </a:xfrm>
          <a:prstGeom prst="flowChartTerminator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Average"/>
                <a:ea typeface="Average"/>
                <a:cs typeface="Average"/>
                <a:sym typeface="Average"/>
              </a:rPr>
              <a:t>Data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89" name="Google Shape;89;p14"/>
          <p:cNvCxnSpPr>
            <a:endCxn id="86" idx="1"/>
          </p:cNvCxnSpPr>
          <p:nvPr/>
        </p:nvCxnSpPr>
        <p:spPr>
          <a:xfrm flipH="1" rot="10800000">
            <a:off x="6878152" y="2980057"/>
            <a:ext cx="764700" cy="26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4"/>
          <p:cNvCxnSpPr>
            <a:endCxn id="87" idx="1"/>
          </p:cNvCxnSpPr>
          <p:nvPr/>
        </p:nvCxnSpPr>
        <p:spPr>
          <a:xfrm flipH="1" rot="10800000">
            <a:off x="6768052" y="3423457"/>
            <a:ext cx="874800" cy="5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4"/>
          <p:cNvCxnSpPr>
            <a:endCxn id="88" idx="1"/>
          </p:cNvCxnSpPr>
          <p:nvPr/>
        </p:nvCxnSpPr>
        <p:spPr>
          <a:xfrm>
            <a:off x="6668752" y="3718657"/>
            <a:ext cx="974100" cy="1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4"/>
          <p:cNvSpPr txBox="1"/>
          <p:nvPr/>
        </p:nvSpPr>
        <p:spPr>
          <a:xfrm>
            <a:off x="7420039" y="2169564"/>
            <a:ext cx="1601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Your data</a:t>
            </a:r>
            <a:endParaRPr sz="24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Core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